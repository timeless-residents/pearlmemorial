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石英ガラス記録技術</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Universal Need株式会社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37160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118872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佐渡島移住予定（2026春）</a:t>
            </a:r>
          </a:p>
        </p:txBody>
      </p:sp>
      <p:sp>
        <p:nvSpPr>
          <p:cNvPr id="20" name="Rectangle 19"/>
          <p:cNvSpPr/>
          <p:nvPr/>
        </p:nvSpPr>
        <p:spPr>
          <a:xfrm>
            <a:off x="457200" y="2962656"/>
            <a:ext cx="7863840"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9144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43891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Universal Need株式会社　代表取締役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本資料は、Universal Need株式会社（以下「当社」）がパートナーシップのご検討のために作成した機密資料です。
本資料に含まれる情報は、当社の現時点における見解および計画に基づくものであり、その正確性、完全性、または将来の結果を保証するものではありません。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本資料の全部または一部を、当社の事前の書面による同意なく、第三者に開示、複製、または配布することを禁じます。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Universal Need株式会社.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