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石英ガラス記録技術</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Universal Need株式会社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3716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11887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佐渡島移住予定（2026春）</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Universal Need株式会社　代表取締役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本資料は、Universal Need株式会社（以下「当社」）がパートナーシップのご検討のために作成した機密資料です。
本資料に含まれる情報は、当社の現時点における見解および計画に基づくものであり、その正確性、完全性、または将来の結果を保証するものではありません。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本資料の全部または一部を、当社の事前の書面による同意なく、第三者に開示、複製、または配布することを禁じます。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Universal Need株式会社.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Universal Need株式会社 — 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