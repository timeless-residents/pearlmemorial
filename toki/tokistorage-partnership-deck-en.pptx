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recording</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QR codes inscribed via metal deposition. Zero servers, zero power. SLA 100%, guaranteed 1,000 years. Readable by any smartphone camera.</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50876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856232"/>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67004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301752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83133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7880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CEO, Universal Need Inc.</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688336"/>
            <a:ext cx="1394460" cy="25603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688336"/>
            <a:ext cx="1211580" cy="25603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1961388" y="2688336"/>
            <a:ext cx="2628900" cy="25603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52828" y="2688336"/>
            <a:ext cx="2446020" cy="25603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00016" y="2688336"/>
            <a:ext cx="2834639" cy="25603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1456" y="2688336"/>
            <a:ext cx="2651759" cy="25603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035808"/>
            <a:ext cx="1668780" cy="25603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035808"/>
            <a:ext cx="1485900" cy="25603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35708" y="3035808"/>
            <a:ext cx="1600200" cy="25603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27148" y="3035808"/>
            <a:ext cx="1417320" cy="25603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3945636" y="3035808"/>
            <a:ext cx="3040379" cy="25603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37076" y="3035808"/>
            <a:ext cx="2857499" cy="25603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0" name="Rectangle 19"/>
          <p:cNvSpPr/>
          <p:nvPr/>
        </p:nvSpPr>
        <p:spPr>
          <a:xfrm>
            <a:off x="457200" y="3538728"/>
            <a:ext cx="7863840" cy="804672"/>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38728"/>
            <a:ext cx="54864"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630168"/>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3941064"/>
            <a:ext cx="7543800" cy="329184"/>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Universal Need Inc. (the "Company") solely for the purpose of evaluating a potential partnership.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the prior written consent of the Company.</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