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Partnership Proposal —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Bring your clients
1,000-year proof of existence.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Calibri"/>
              </a:rPr>
              <a:t>The technology is ready. Over 200 use cases mapped.
What's missing is the delivery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Existing digital services are optimized for "now" — the millennium preservation layer is structurally absent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Digital is optimized for "now"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31720" cy="2578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Cloud and social platforms excel at everyday recording. But 100- or 1,000-year preservation is outside their design scope. Different time horizons need different architectures.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End-of-life is now societal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1764792"/>
            <a:ext cx="2331720" cy="2578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Tens of thousands of graves go unclaimed yearly. By 2040, single-person households will exceed 40%. "Who preserves memory?" is now a social question.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The millennium layer is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764792"/>
            <a:ext cx="2331720" cy="2578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Digital estate management, AI recreations — the market is booming. Yet every solution runs on existing infrastructure. A complementary millennium layer is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TokiStorage delivers technology, use cases, intellectual foundation, and distribution as a unified 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OUR OFFERING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188720"/>
            <a:ext cx="365760" cy="365760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Quartz glass recording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18488"/>
            <a:ext cx="3200400" cy="11247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QR codes inscribed via metal deposition. Zero servers, zero power. SLA 100%, guaranteed 1,000 years. Readable by any smartphone camera.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051560"/>
            <a:ext cx="39319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1188720"/>
            <a:ext cx="365760" cy="365760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188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18872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200+ use cases (organized by industry)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18488"/>
            <a:ext cx="3200400" cy="11247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End-of-life, weddings, temples, schools, corporations, municipalities, NGOs, hotels, airlines. Ready for direct proposal integration.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71800"/>
            <a:ext cx="39319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108960"/>
            <a:ext cx="365760" cy="365760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0896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10896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70+ philosophical essays (9 domains)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38728"/>
            <a:ext cx="3200400" cy="11247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Proof of existence explored across psychology, religion, economics, AI, and space. Standalone intellectual content for client proposals.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971800"/>
            <a:ext cx="39319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54880" y="3108960"/>
            <a:ext cx="365760" cy="365760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10896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Pearl Soap + Ambassador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538728"/>
            <a:ext cx="3200400" cy="11247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A gift-economy practice and decentralized workshop network ready to scale nationwide. Direct end-user touchpoint.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TokiStorage is not a "competitor" to digital services — it is a complementary millennium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1371600" cy="457200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051560"/>
            <a:ext cx="3200400" cy="457200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0515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Digital services (everyday records)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051560"/>
            <a:ext cx="3291840" cy="457200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0515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(millennium records)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08760"/>
            <a:ext cx="137160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150876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15087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Cloud / HDD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0" y="1508760"/>
            <a:ext cx="329184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5087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Quartz glass (physical)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1965960"/>
            <a:ext cx="137160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19659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Best horizon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196596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19659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Now to decades (optimized for daily use)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1965960"/>
            <a:ext cx="329184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19659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100–1,000 years (optimized for permanence)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423160"/>
            <a:ext cx="137160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4231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242316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03120" y="24231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Servers &amp; power (source of convenience)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2423160"/>
            <a:ext cx="329184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24231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None required (GitHub distributed)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880360"/>
            <a:ext cx="137160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28803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Reading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11680" y="288036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03120" y="28803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App / login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2880360"/>
            <a:ext cx="329184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28803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Any smartphone camera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337560"/>
            <a:ext cx="137160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33375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Cultural depth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0" y="333756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33375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Functionality &amp; convenience at the 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12080" y="3337560"/>
            <a:ext cx="329184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33375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70+ essays + gift economy practice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794760"/>
            <a:ext cx="137160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794760"/>
            <a:ext cx="1188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Social impact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11680" y="379476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03120" y="379476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Platform-level contribution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3794760"/>
            <a:ext cx="329184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0" y="3794760"/>
            <a:ext cx="31089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SoulCarrier (unclaimed graves mission)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Three partnership models tailored to your business model, with progressive escalation possible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PARTNERSHIP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61288"/>
            <a:ext cx="77724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61288"/>
            <a:ext cx="7772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24712"/>
            <a:ext cx="6675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A. Client Referral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80744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Introduce clients when TokiStorage fits. You receive a referral fee; we handle delivery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91640"/>
            <a:ext cx="6675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563EB"/>
                </a:solidFill>
                <a:latin typeface="Calibri"/>
              </a:rPr>
              <a:t>E.g.: End-of-life consulting → offer proof of existence / Funeral DX → add memorial option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21408"/>
            <a:ext cx="78638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31136"/>
            <a:ext cx="777240" cy="73152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31136"/>
            <a:ext cx="7772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Joint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194560"/>
            <a:ext cx="6675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B. Joint Solution Partnership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4505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Embed TokiStorage into your consulting engagements. Position millennium records as the "outcome layer" of ESG, revitalization, or DX projects.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761488"/>
            <a:ext cx="6675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563EB"/>
                </a:solidFill>
                <a:latin typeface="Calibri"/>
              </a:rPr>
              <a:t>E.g.: Municipal DX → community archive / Hotel CX → guest record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91256"/>
            <a:ext cx="78638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300984"/>
            <a:ext cx="777240" cy="7315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00984"/>
            <a:ext cx="7772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Co-Create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6675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C. New Business Co-Creation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520440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Launch a new venture together. We bring technology, philosophy, and use cases. You bring market access, credibility, and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831336"/>
            <a:ext cx="6675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563EB"/>
                </a:solidFill>
                <a:latin typeface="Calibri"/>
              </a:rPr>
              <a:t>E.g.: Memorial-tech startup / Enterprise perpetual archive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Revenue design ensures all three parties — client, partner, and TokiStorage —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REVENUE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2286000" cy="9601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7043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2103120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1,000-year proof of existence
Tangible social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371600"/>
            <a:ext cx="274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←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097280"/>
            <a:ext cx="2286000" cy="9601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17043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Partner (you)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463040"/>
            <a:ext cx="2103120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Referral fee or joint revenue
Client LTV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371600"/>
            <a:ext cx="274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097280"/>
            <a:ext cx="2286000" cy="960120"/>
          </a:xfrm>
          <a:prstGeom prst="rect">
            <a:avLst/>
          </a:prstGeom>
          <a:solidFill>
            <a:srgbClr val="FDF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17043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2400E"/>
                </a:solidFill>
                <a:latin typeface="Calibri"/>
              </a:rPr>
              <a:t>TokiStorage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463040"/>
            <a:ext cx="2103120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Technology &amp; delivery
Revenue → SoulCarrier 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23160"/>
            <a:ext cx="7863840" cy="10515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423160"/>
            <a:ext cx="54864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514600"/>
            <a:ext cx="7543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Early Partner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88920"/>
            <a:ext cx="7543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We are approaching consulting firms sequentially. The first firm to partner receives preferential terms — including priority referral conditions and potential regional exclusivity. Early movers shape the partnership.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Six client sectors show particularly high affinity: funeral, hospitality, religious, government, ESG, and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CLIENT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Does your client portfolio include any of these sectors?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68196" y="1463040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68196" y="146304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883664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Funeral &amp; Memorial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21408"/>
            <a:ext cx="2459736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Gravestone alternatives, digital perpetual care, bereavement services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3716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84548" y="1463040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4548" y="146304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1883664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Hospitality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2121408"/>
            <a:ext cx="2459736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Wedding records, hotel CX, anniversary services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13716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00900" y="1463040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900" y="146304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1883664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Religious Institutions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2121408"/>
            <a:ext cx="2459736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Perpetual congregation records, visitor DX, cultural preservation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68196" y="3017520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68196" y="301752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438144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Government &amp; Education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675888"/>
            <a:ext cx="2459736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Community archives, disaster records, school history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9260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84548" y="3017520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301752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438144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ESG &amp; Sustainability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6704" y="3675888"/>
            <a:ext cx="2459736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1,000-year corporate purpose records, SDG impact proof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9904" y="29260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00900" y="3017520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0900" y="301752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438144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Finance &amp;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6" y="3675888"/>
            <a:ext cx="2459736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End-of-life service integration, digital estate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founder is a Big Four alumnus who designed the partnership model with full awareness of firm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TEAM &amp; INDEPENDENCE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51560"/>
            <a:ext cx="640080" cy="64008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51560"/>
            <a:ext cx="6400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Takuya Sato — CEO, 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53312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Former Big Four consultant — understands firm culture, client engagement, and project design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286000"/>
            <a:ext cx="1257300" cy="23774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116586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4892" y="2286000"/>
            <a:ext cx="2491740" cy="23774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10612" y="2286000"/>
            <a:ext cx="240030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9784" y="2286000"/>
            <a:ext cx="2697479" cy="23774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75504" y="2286000"/>
            <a:ext cx="2606039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2578608"/>
            <a:ext cx="1531620" cy="23774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578608"/>
            <a:ext cx="144018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9212" y="2578608"/>
            <a:ext cx="1463039" cy="23774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4932" y="2578608"/>
            <a:ext cx="1371599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5403" y="2578608"/>
            <a:ext cx="2903220" cy="23774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1123" y="2578608"/>
            <a:ext cx="281178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75569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62656"/>
            <a:ext cx="7863840" cy="174193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962656"/>
            <a:ext cx="54864" cy="17419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035808"/>
            <a:ext cx="75438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A note on independence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291840"/>
            <a:ext cx="7543800" cy="13578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This is a vendor partnership — structurally identical to recommending Salesforce or SAP. No audit engagement, no equity relationship, no independence concerns. Designed with full awareness of firm compliance requirements.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Let's start with a
30-minute conversation.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6400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BBBCC"/>
                </a:solidFill>
                <a:latin typeface="Calibri"/>
              </a:rPr>
              <a:t>Partnership structure is flexible by design.
Let's reverse-engineer the right model
from your clients' actual challenges.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Universal Need Inc. — TokiStorage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