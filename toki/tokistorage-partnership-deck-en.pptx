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Quartz glass recording</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QR codes inscribed via metal deposition. Zero servers, zero power. SLA 100%, guaranteed 1,000 years. Readable by any smartphone camera.</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CEO, Universal Need Inc.</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30861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9032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Relocating to Sado Island (Spring 2026)</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CEO, Universal Need Inc.</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Universal Need Inc. (the "Company") solely for the purpose of evaluating a potential partnership.
The information contained herein reflects the Company's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the prior written consent of the Company.</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Universal Need Inc.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Universal Need Inc.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