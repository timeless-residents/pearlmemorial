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1856232"/>
            <a:ext cx="2331720" cy="2487168"/>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1856232"/>
            <a:ext cx="2331720" cy="2487168"/>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1856232"/>
            <a:ext cx="2331720" cy="2487168"/>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recording</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QR codes inscribed via metal deposition. Zero servers, zero power. SLA 100%, guaranteed 1,000 years. Readable by any smartphone camera.</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61288"/>
            <a:ext cx="77724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61288"/>
            <a:ext cx="777240" cy="73152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35608"/>
            <a:ext cx="6675120" cy="29260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46504"/>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121408"/>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231136"/>
            <a:ext cx="777240" cy="7315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31136"/>
            <a:ext cx="777240" cy="73152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194560"/>
            <a:ext cx="667512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05456"/>
            <a:ext cx="6675120" cy="29260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816352"/>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191256"/>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300984"/>
            <a:ext cx="777240" cy="7315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0984"/>
            <a:ext cx="777240" cy="73152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264408"/>
            <a:ext cx="667512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575304"/>
            <a:ext cx="6675120" cy="29260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388620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51560"/>
            <a:ext cx="731520" cy="731520"/>
          </a:xfrm>
          <a:prstGeom prst="rect">
            <a:avLst/>
          </a:prstGeom>
        </p:spPr>
      </p:pic>
      <p:sp>
        <p:nvSpPr>
          <p:cNvPr id="6" name="TextBox 5"/>
          <p:cNvSpPr txBox="1"/>
          <p:nvPr/>
        </p:nvSpPr>
        <p:spPr>
          <a:xfrm>
            <a:off x="1325880" y="1051560"/>
            <a:ext cx="6400800" cy="32004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Takuya Sato — CEO, Universal Need Inc.</a:t>
            </a:r>
          </a:p>
        </p:txBody>
      </p:sp>
      <p:sp>
        <p:nvSpPr>
          <p:cNvPr id="7" name="TextBox 6"/>
          <p:cNvSpPr txBox="1"/>
          <p:nvPr/>
        </p:nvSpPr>
        <p:spPr>
          <a:xfrm>
            <a:off x="1325880" y="1389888"/>
            <a:ext cx="6858000" cy="8686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1325880" y="2286000"/>
            <a:ext cx="139446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2286000"/>
            <a:ext cx="121158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Calibri"/>
              </a:rPr>
              <a:t>Big Four Alumni</a:t>
            </a:r>
          </a:p>
        </p:txBody>
      </p:sp>
      <p:sp>
        <p:nvSpPr>
          <p:cNvPr id="10" name="Rectangle 9"/>
          <p:cNvSpPr/>
          <p:nvPr/>
        </p:nvSpPr>
        <p:spPr>
          <a:xfrm>
            <a:off x="2811780" y="2286000"/>
            <a:ext cx="262890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3220" y="2286000"/>
            <a:ext cx="244602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Calibri"/>
              </a:rPr>
              <a:t>Semiconductor engineering 20+ yrs</a:t>
            </a:r>
          </a:p>
        </p:txBody>
      </p:sp>
      <p:sp>
        <p:nvSpPr>
          <p:cNvPr id="12" name="Rectangle 11"/>
          <p:cNvSpPr/>
          <p:nvPr/>
        </p:nvSpPr>
        <p:spPr>
          <a:xfrm>
            <a:off x="5532120" y="2286000"/>
            <a:ext cx="2834639"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2286000"/>
            <a:ext cx="2651759"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Calibri"/>
              </a:rPr>
              <a:t>Community president (250 households)</a:t>
            </a:r>
          </a:p>
        </p:txBody>
      </p:sp>
      <p:sp>
        <p:nvSpPr>
          <p:cNvPr id="14" name="Rectangle 13"/>
          <p:cNvSpPr/>
          <p:nvPr/>
        </p:nvSpPr>
        <p:spPr>
          <a:xfrm>
            <a:off x="1325880" y="2606040"/>
            <a:ext cx="166878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17320" y="2606040"/>
            <a:ext cx="148590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Calibri"/>
              </a:rPr>
              <a:t>SoulCarrier founder</a:t>
            </a:r>
          </a:p>
        </p:txBody>
      </p:sp>
      <p:sp>
        <p:nvSpPr>
          <p:cNvPr id="16" name="Rectangle 15"/>
          <p:cNvSpPr/>
          <p:nvPr/>
        </p:nvSpPr>
        <p:spPr>
          <a:xfrm>
            <a:off x="3086100" y="2606040"/>
            <a:ext cx="160020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77540" y="2606040"/>
            <a:ext cx="141732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Calibri"/>
              </a:rPr>
              <a:t>Off-grid validated</a:t>
            </a:r>
          </a:p>
        </p:txBody>
      </p:sp>
      <p:sp>
        <p:nvSpPr>
          <p:cNvPr id="18" name="Rectangle 17"/>
          <p:cNvSpPr/>
          <p:nvPr/>
        </p:nvSpPr>
        <p:spPr>
          <a:xfrm>
            <a:off x="4777740" y="2606040"/>
            <a:ext cx="3040379"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9180" y="2606040"/>
            <a:ext cx="2857499"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Calibri"/>
              </a:rPr>
              <a:t>Relocating to Sado Island (Spring 2026)</a:t>
            </a:r>
          </a:p>
        </p:txBody>
      </p:sp>
      <p:sp>
        <p:nvSpPr>
          <p:cNvPr id="20" name="Rectangle 19"/>
          <p:cNvSpPr/>
          <p:nvPr/>
        </p:nvSpPr>
        <p:spPr>
          <a:xfrm>
            <a:off x="457200" y="3044952"/>
            <a:ext cx="7863840" cy="7772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44952"/>
            <a:ext cx="54864"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118104"/>
            <a:ext cx="7543800" cy="237744"/>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3429000"/>
            <a:ext cx="7543800" cy="33832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Universal Need Inc. (the "Company") solely for the purpose of evaluating a potential partnership.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the prior written consent of the Company.</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