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A962"/>
                </a:solidFill>
                <a:latin typeface="IPAPGothic"/>
              </a:rPr>
              <a:t>Timeless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IPAPGothic"/>
              </a:rPr>
              <a:t>100年後に、
何を残しますか。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BBCC"/>
                </a:solidFill>
                <a:latin typeface="IPAPGothic"/>
              </a:rPr>
              <a:t>AIがあらゆる問いに答える時代。
しかしこの問いだけは、あなた自身にしか答えられない。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49140"/>
            <a:ext cx="9144000" cy="2743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405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Universal Need株式会社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TokiStorage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6405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AIは「最適解」を出す。しかし「何を残すか」は決められない。意味の選択は、あなたにしかできない。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WHY THIS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AIは答えを出す。しかし「問い」は立てられない。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生成AIは調査・分析・戦略を瞬時に出力します。しかし「100年後に何を残すか」——この問いへの答えは、あなたの人生の文脈からしか生まれません。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富の継承は解決済み。意味の継承は手つかず。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相続設計、事業承継、資産運用——「何を渡すか」の仕組みは整っています。しかし「なぜそれを残すのか」という物語は、制度では設計できません。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存在証明は、未来への贈り物である。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あなたが残すものは、未来の誰かへの贈り物になります。家族に、地域に、まだ生まれていない世代に。「自分が確かに存在した」という証が、未来の誰かの支えになる。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あなたが買うのは「プロダクト」ではない。千年の視座を持つ人間との対話である。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86384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75438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千年の視座を持つ人間との対話から、
あなたの存在証明を設計します。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千年の問いとの対話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「100年後に何を残すか」——心理学・宗教・経済・AI・宇宙まで9領域の思想フレームワークで向き合います。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1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存在証明のデザイン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あなたの物語・価値観・メッセージを構造化し、千年先まで届く「存在証明」として設計します。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石英ガラスへの刻印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サーバー・電源・制度に依存しない、1000年保証の記録媒体。スマホカメラだけで読み取り可能。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1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継続的なキュレーション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人生は一度で語りきれません。節目ごとに存在証明をアップデートし、千年アーカイブを育てます。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対話から始まり、千年に届く。4つのステップであなたの存在証明が形になる。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24712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初回対話（90分）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074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「100年後に何を残したいか」を軸に、あなたの人生の物語を聴かせていただきます。この対話自体が、深い内省の機会になります。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216712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5740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存在証明の設計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13432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対話をもとに、何を・誰に・どんな形で残すかを設計します。テキスト、写真、音声、映像——最適なメディアを提案。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0998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9981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90088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コンテンツの制作・キュレーション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設計に基づいて存在証明を制作。必要に応じてプロフェッショナルな撮影・収録・編集をコーディネート。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" y="403250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32504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22776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石英ガラスへの刻印・納品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78808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完成した存在証明を石英ガラスに刻印し、QRコードとともにお届け。1000年先の誰かがあなたの物語に出会えます。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「残す」ことに意味を感じるすべての方へ——6つの領域で特に高い親和性がある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WHO THIS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196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68196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経営者・創業者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会社を超えて残る、あなた自身の理念と物語を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4548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4548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家族の記録を残す方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家族の歴史、想い出、伝えたい言葉を千年先へ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0900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宗教者・文化人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教え、作品、精神的遺産を制度に依存せず永続化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68196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8196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アーティスト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作品と創作の意図を、プラットフォームを超えて残す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4548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4548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地域・コミュニティ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まちの記憶、お祭り、方言、災害の教訓を未来に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00900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900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教育者・研究者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知の系譜、発見の文脈、師弟の物語を永続的に記録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対話から生まれる、3つの具体的な成果物。千年先まで届く「かたち」をお届けします。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石英ガラスの存在証明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17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あなたの物語が刻まれた石英ガラス。サーバー・電源不要、1000年保証。スマートフォンのカメラで読み取り可能なQRコード付き。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デジタルコンパニオン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60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QRコードを読み取ると表示されるデジタルページ。テキスト、写真、音声、映像を含む、存在証明のリッチな体験版。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思想フレームワークレポート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03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あなたの存在証明を、70以上の思想エッセイの文脈に位置づけたレポート。「なぜ残すのか」の知的な裏付け。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千年の視座であなたの物語に向き合う——対話のパートナーについて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YOUR PARTNER</a:t>
            </a:r>
          </a:p>
        </p:txBody>
      </p:sp>
      <p:pic>
        <p:nvPicPr>
          <p:cNvPr id="5" name="Picture 4" descr="_client_dec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128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078992"/>
            <a:ext cx="6675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IPAPGothic"/>
              </a:rPr>
              <a:t>佐藤卓也 — Universal Need株式会社 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大手コンサルティングファームでの経験を経て、半導体製造装置のエンジニアリング20年超。タイムレスタウン新浦安（250世帯）の自治会長として「ゆりかごから墓場まで」のコミュニティ運営を経験。SoulCarrier活動で「記憶が消える恐怖」を目の当たりにし、TokiStorageを着想。マウイ・山中湖でのオフグリッド実証を経て、制度に依存しない千年設計の技術を完成。70以上の思想エッセイを執筆し、9つの知的領域から存在証明の意味を探究し続けて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87752"/>
            <a:ext cx="102870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8458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元Big4ファーム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5628" y="2587752"/>
            <a:ext cx="15087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7068" y="2587752"/>
            <a:ext cx="13258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半導体エンジニアリング 20年+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4116" y="2587752"/>
            <a:ext cx="11658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5556" y="2587752"/>
            <a:ext cx="9829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自治会長（250世帯）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587752"/>
            <a:ext cx="130302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587752"/>
            <a:ext cx="11201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SoulCarrier主宰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2452" y="2587752"/>
            <a:ext cx="11658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3892" y="2587752"/>
            <a:ext cx="9829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70+思想エッセイ執筆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87752"/>
            <a:ext cx="109728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587752"/>
            <a:ext cx="914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オフグリッド実証済み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137160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188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佐渡島移住予定（2026春）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02152"/>
            <a:ext cx="7863840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02152"/>
            <a:ext cx="54864" cy="777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75304"/>
            <a:ext cx="7543800" cy="6309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IPAPGothic"/>
              </a:rPr>
              <a:t>無縁墓の調査で、何百もの墓石を一つずつ読みました。名前も、生きた証も、風化して消えていく。ご遺族の骨を届けた時、「もう誰も覚えていない」という言葉に胸が詰まりました。記憶は消えるのです——放っておけば。だから千年残る仕組みを作ると決めまし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PAPGothic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PAPGothic"/>
              </a:rPr>
              <a:t>まずは、お話しましょう。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1790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初回対話（90分・無料）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「100年後に何を残したいか」を一緒に考える、最初の90分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113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存在証明の設計ご提案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2374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対話をもとに、あなただけのプランをお作りします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4436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制作・刻印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3697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存在証明を制作し、石英ガラスに永久に刻みます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124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納品・キュレーション開始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5020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お届けし、継続的なアップデートをサポートします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291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PAPGothic"/>
              </a:rPr>
              <a:t>Universal Need株式会社　代表取締役　佐藤卓也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13148"/>
            <a:ext cx="914400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405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Universal Need株式会社 — TokiStorage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405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IPAPGothic"/>
              </a:rPr>
              <a:t>Confidential /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本資料は、Universal Need株式会社（以下「当社」）がサービスご検討のために作成した資料です。
本資料に含まれる情報は、当社の現時点における見解および計画に基づくものであり、その正確性、完全性、または将来の結果を保証するものではありません。
本資料は情報提供を目的としており、法的助言、投資助言、その他いかなる専門的助言を構成するものでもありません。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62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IPAPGothic"/>
              </a:rPr>
              <a:t>© 2026 Universal Need株式会社.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Universal Need株式会社 — TokiStorage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