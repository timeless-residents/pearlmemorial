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Universal Need株式会社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サーバー・電源・制度に依存しない、1000年保証の記録媒体。スマホカメラだけで読み取り可能。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1615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16152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35608"/>
            <a:ext cx="694944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9384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0939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09397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02536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07208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29718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971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80360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191256"/>
            <a:ext cx="694944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85032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962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58184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069080"/>
            <a:ext cx="694944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石英ガラスの存在証明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あなたの物語が刻まれた石英ガラス。サーバー・電源不要、1000年保証。スマートフォンのカメラで読み取り可能なQRコード付き。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Universal Need株式会社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3347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3347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63347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63347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63347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63347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63347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63347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63347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63347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63347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63347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13716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11887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佐渡島移住予定（2026春）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Universal Need株式会社　代表取締役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Universal Need株式会社 — 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本資料は、Universal Need株式会社（以下「当社」）がサービスご検討のために作成した資料です。
本資料に含まれる情報は、当社の現時点における見解および計画に基づくものであり、その正確性、完全性、または将来の結果を保証するものではありません。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Universal Need株式会社.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Universal Need株式会社 — 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